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- 04 · Streaming Live RAG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Kairos: streaming live RAG that retrieves while you speak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VITV_Kairos_4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 Vellore (VITV)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Sarthak Trivedi, sarthak.trivedi2024@vitstudent.ac.in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[name, email]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[name, email]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[name, email]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github.com/CodeThread386/kairos-streaming-rag (tag PRISM_GENAI_HACKATHON_Y2026)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04EA6"/>
                </a:solidFill>
                <a:latin typeface="Calibri"/>
              </a:rPr>
              <a:t>Theme 04, Streaming Live RAG: </a:t>
            </a:r>
            <a:r>
              <a:rPr sz="1800" b="0">
                <a:solidFill>
                  <a:srgbClr val="14142B"/>
                </a:solidFill>
                <a:latin typeface="Calibri"/>
              </a:rPr>
              <a:t>in a full-duplex voice conversation, retrieve the right context mid-conversation from one natural command.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2423160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69848" y="2551176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It waits for silence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Batch RAG does nothing while the user speaks, then pays the whole retrieval round trip after they stop.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3502152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69848" y="3630168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One query for many asks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"Venues for 30 in Pune, the cancellation policy and the catering options" is three questions. One embedding blurs them.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41248" y="4581144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69848" y="4709160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Late details restart it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"Actually, the trip was international." Restarting discards evidence, costs another full search and loses citations.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72400" y="1463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04EA6"/>
                </a:solidFill>
                <a:latin typeface="Calibri"/>
              </a:rPr>
              <a:t>What we committed to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72400" y="2011680"/>
            <a:ext cx="3657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Listen incrementally: </a:t>
            </a:r>
            <a:r>
              <a:rPr sz="1500" b="0">
                <a:solidFill>
                  <a:srgbClr val="14142B"/>
                </a:solidFill>
                <a:latin typeface="Calibri"/>
              </a:rPr>
              <a:t>decide on every chunk whether to wait, retrieve or skip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Decompose </a:t>
            </a:r>
            <a:r>
              <a:rPr sz="1500" b="0">
                <a:solidFill>
                  <a:srgbClr val="14142B"/>
                </a:solidFill>
                <a:latin typeface="Calibri"/>
              </a:rPr>
              <a:t>one utterance into the questions it actually implies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Refine, never restart, </a:t>
            </a:r>
            <a:r>
              <a:rPr sz="1500" b="0">
                <a:solidFill>
                  <a:srgbClr val="14142B"/>
                </a:solidFill>
                <a:latin typeface="Calibri"/>
              </a:rPr>
              <a:t>when a constraint arrives late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Ground every claim </a:t>
            </a:r>
            <a:r>
              <a:rPr sz="1500" b="0">
                <a:solidFill>
                  <a:srgbClr val="14142B"/>
                </a:solidFill>
                <a:latin typeface="Calibri"/>
              </a:rPr>
              <a:t>in a cited section, or say it is unverified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Prove it: </a:t>
            </a:r>
            <a:r>
              <a:rPr sz="1500" b="0">
                <a:solidFill>
                  <a:srgbClr val="14142B"/>
                </a:solidFill>
                <a:latin typeface="Calibri"/>
              </a:rPr>
              <a:t>measure all six acceptance gates G1–G6 on held-out streams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08760"/>
          <a:ext cx="1050950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657600"/>
                <a:gridCol w="4017264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Gap for live voice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Batch RAG (default chains in common RAG frameworks)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utterance, embeds it as one query, retrieves top-k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Retrieval starts only after the user stops; compound requests become one blurred query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retrieval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question before searching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Adds an LLM round trip and cost per turn, still after the utterance ends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Realtime speech LLM APIs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Stream audio in and out with low latency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Tool or retrieval calls fire after the turn; grounding and citations are left to the app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Conversational RAG with history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Condenses chat history into a standalone query each turn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 late detail triggers a full new search; earlier evidence and citations are not carried forward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257800"/>
            <a:ext cx="10509504" cy="7132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15568" y="5349240"/>
            <a:ext cx="99608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04EA6"/>
                </a:solidFill>
                <a:latin typeface="Calibri"/>
              </a:rPr>
              <a:t>The gap: </a:t>
            </a:r>
            <a:r>
              <a:rPr sz="1500" b="0">
                <a:solidFill>
                  <a:srgbClr val="14142B"/>
                </a:solidFill>
                <a:latin typeface="Calibri"/>
              </a:rPr>
              <a:t>nothing decides when to retrieve while the user is still talking, splits the request cheaply, and patches a cited answer instead of restarting. Kairos does all three on a CPU, with no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240" y="1280160"/>
            <a:ext cx="8859520" cy="498348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55080"/>
            <a:ext cx="105095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Controller ≈ 1 ms per chunk · retrieval ≈ 0.6 ms per query · answer starts ≈ 2 ms after the user stops · 0 LLM calls by default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_work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5117592" cy="2665412"/>
          </a:xfrm>
          <a:prstGeom prst="rect">
            <a:avLst/>
          </a:prstGeom>
          <a:ln>
            <a:solidFill>
              <a:srgbClr val="DDD8EA"/>
            </a:solidFill>
          </a:ln>
        </p:spPr>
      </p:pic>
      <p:sp>
        <p:nvSpPr>
          <p:cNvPr id="121" name="TextBox 120"/>
          <p:cNvSpPr txBox="1"/>
          <p:nvPr/>
        </p:nvSpPr>
        <p:spPr>
          <a:xfrm>
            <a:off x="841248" y="4064444"/>
            <a:ext cx="5117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637E"/>
                </a:solidFill>
                <a:latin typeface="Calibri"/>
              </a:rPr>
              <a:t>Three questions in one breath: retrievals fire 6.4 s before the speaker stops; answer starts 14 ms after.</a:t>
            </a:r>
          </a:p>
        </p:txBody>
      </p:sp>
      <p:pic>
        <p:nvPicPr>
          <p:cNvPr id="122" name="Picture 121" descr="ui_ref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60" y="1325880"/>
            <a:ext cx="5117592" cy="2478834"/>
          </a:xfrm>
          <a:prstGeom prst="rect">
            <a:avLst/>
          </a:prstGeom>
          <a:ln>
            <a:solidFill>
              <a:srgbClr val="DDD8EA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6233160" y="3877866"/>
            <a:ext cx="5117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637E"/>
                </a:solidFill>
                <a:latin typeface="Calibri"/>
              </a:rPr>
              <a:t>Late detail "international, booked after travel": only the new details are searched; v2 keeps v1's citations.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41248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5840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Speech timeline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Words as spoken; blue markers are retrievals fired before the amber "you stopped" line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537204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01796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Controller log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Every WAIT / RETRIEVE / SUPPRESS decision with its reason and each sub-query's hits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33160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97752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Versioned, cited answer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Citation chips open the source sentence; v2 lists kept, added and replaced claims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929116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093708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Live telemetry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Time to first token, retrieval lead, queries fired and used, reuse, cost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41248" y="6144768"/>
            <a:ext cx="1050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3637E"/>
                </a:solidFill>
                <a:latin typeface="Calibri"/>
              </a:rPr>
              <a:t>Demo video (3:30): </a:t>
            </a:r>
            <a:r>
              <a:rPr sz="1200" b="0">
                <a:solidFill>
                  <a:srgbClr val="63637E"/>
                </a:solidFill>
                <a:latin typeface="Calibri"/>
              </a:rPr>
              <a:t>demo/kairos_demo.mp4 in the repository; YouTube link in the README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371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42416" y="1490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Streaming core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Python 3.12 · asyncio · FastAPI + WebSocket · Uvicorn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33160" y="1371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34328" y="1490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Retrieval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BM25 (own implementation) · WordLlama 256-d static embeddings (CPU, ships in the wheel) · reciprocal-rank fusion · NumPy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2514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42416" y="2633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Language processing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Snowball stemmer · corpus-derived lexicons (IDF, entities, scopes, aspects) · rule-based self-repair and clause segmentation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33160" y="2514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34328" y="2633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Ingestion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Markdown / HTML / TXT / JSON parsers · pypdf · python-docx → section chunks with Doc_ID §N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41248" y="3657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42416" y="3776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Interface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Single-page console (HTML + JS) · Web Speech API for live mic input · typed input streamed word by word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33160" y="3657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34328" y="3776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Quality &amp; ops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pytest (16 tests) · jsonschema telemetry validation · replay benchmark harness · Docker + compose · GitHub Actions CI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4800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42416" y="4919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Optional LLM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Any OpenAI-compatible endpoint (Ollama, vLLM, OpenAI, Gemini, Groq) with a sentence-level grounding verifier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33160" y="4800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34328" y="4919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Demo production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Playwright (scripted UI recording) · Kokoro-82M TTS via sherpa-onnx (offline narration) · ffmpeg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371600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69848" y="1490472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Galaxy voice assistant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"Turn on Wi-Fi calling and how do I stop apps draining battery" retrieved from device manuals while the user is still speaking.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41248" y="2450592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9848" y="256946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Enterprise help desks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HR, travel and IT policy questions with several asks per sentence, answered with citations auditors can check.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41248" y="3529584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69848" y="3648456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In-car and hands-free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Drivers add details mid-request ("actually, the route via the highway"). The answer is patched, not restarted.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4608576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9848" y="47274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Live agent assist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Surfaces cited policy snippets to a call-centre agent before the customer finishes the sentence.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01000" y="137160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2.4 ms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time to first token after the user stops, even when each search takes 150 ms (batch RAG: 152 ms)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01000" y="283464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+27 pts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answers that cite the right section, vs batch RAG (62.7% → 89.5%)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01000" y="429768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$0 / turn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no LLM in the loop; 16 MB embedding model, CPU only, so it fits on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17373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Retrieval controller with dangling-phrase and corpus-IDF stability checks: early retrieval with 0% false triggers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Speculative retrieval reused only when it covers every final word (93–94% reuse)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Weak context propagation and entity-conditional scoping across sub-queries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Versioned answers: preserved, added and superseded claims, plus zero-query reformatting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Extractive grounding by construction, plus a verifier that keeps an optional LLM honest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41248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49377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Synonym gaps ("cap" vs "limit") cause 4–6% false "unverified" flags</a:t>
            </a:r>
          </a:p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Multi-hop joins (city → tier → rate) are cited, not computed</a:t>
            </a:r>
          </a:p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Harder on real text: 72% evidence recall on the untuned 18F handbook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6172200" y="1371600"/>
          <a:ext cx="5166360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777240"/>
                <a:gridCol w="914400"/>
                <a:gridCol w="96012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 (Theme 4)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Test-1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Clean test-2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G1 one-command run, unattended replay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G2 early retrieval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80%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G3 multi-intent identification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70%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G4 citation support / fabricated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 / 0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 / 0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G5 refinement continuity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G6 telemetry coverage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Evidence recall (baseline 62.7%)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Key-fact recall (baseline 62.3%)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85.5%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6172200" y="5330952"/>
            <a:ext cx="5166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3637E"/>
                </a:solidFill>
                <a:latin typeface="Calibri"/>
              </a:rPr>
              <a:t>Test-2 was frozen before any error analysis and never used for tuning. Full report: reports/metrics.md.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371600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9848" y="1508760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On-device for Galaxy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Port the controller and index to Android (ONNX / Kotlin); the 16 MB embedding model and ~1 ms decisions already fit a phone budget.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33160" y="1371600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61760" y="1508760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Audio-native endpointing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Use VAD and prosody, not only transcript punctuation, to time retrieval and handle barge-in during the spoken answer.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41248" y="2852928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9848" y="2990088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Close the synonym gap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 small cross-encoder, or the optional LLM, used only as a verifier when coverage is borderline (≈20–50 ms).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233160" y="2852928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61760" y="2990088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Learn the controller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Train the wait/retrieve policy on logged traces to trade lead time against wasted queries per user population.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4334256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9848" y="4471416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Multilingual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Hindi, Korean and code-mixed speech with multilingual static embeddings and language-aware segmentation.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33160" y="4334256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61760" y="4471416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Salient entities on real corpora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Filter link text and boilerplate before entities can scope a query (the main 18F failure mode).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2416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Reproduces the guide, line by line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All three worked examples in the Theme 4 guide replay as specified: provisional retrieval at 0.8 s, refinement without restart, reformatting with retrieval_required: false.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35856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37024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Honest measurement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Frozen splits with SHA-256 hashes, a clean test-2, a real untuned corpus, the first pre-analysis run kept, and every failure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30464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31632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Nothing hard-coded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Entities, scopes, aspects and capacity words are mined from the corpus; the same code runs on the 18F handbook.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42416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Latency hiding, quantified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With a 150 ms retrieval stack, Kairos starts answering in 2.4 ms against 152 ms for batch RAG (replayed traces).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435856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637024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Zero-cost by default, LLM-ready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CPU only, $0 per turn; an optional LLM is wrapped in a verifier that drops fabricated citations (tested).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30464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231632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Production hygiene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One-command Docker, CI building the image and running the replay suite, schema-validated traces, 16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repo: Y (github.com/CodeThread386/kairos-streaming-rag)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Y (one-command Docker run, local steps, API and CLI examples)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Y (demo/kairos_demo.mp4 in the repo; YouTube link in README)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Y (presentation/VITV_Kairos_Submission.pptx + .pdf)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AI disclosure: Y (docs/AI_DISCLOSURE.md + filled LangAI3.0 form)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requirements.txt, Dockerfile, docker-compose.yml, tests, benchmark report: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Release tag PRISM_GENAI_HACKATHON_Y2026 on the final commit: Y</a:t>
            </a:r>
            <a:endParaRPr sz="2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